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87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3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11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50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83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4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50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25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1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16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5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C528-B4E1-7E39-EEA0-47189AD71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857F-511C-447D-3BA7-C611C70F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4400" b="1" dirty="0" err="1"/>
              <a:t>SureStep</a:t>
            </a:r>
            <a:r>
              <a:rPr sz="4400" b="1" dirty="0"/>
              <a:t>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929E-1695-EF64-4791-FF6C2CF56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TEAM MEMBERS:</a:t>
            </a:r>
          </a:p>
          <a:p>
            <a:pPr marL="0" indent="0" algn="ctr">
              <a:buNone/>
            </a:pPr>
            <a:r>
              <a:rPr lang="en-IN" dirty="0"/>
              <a:t>Pavan Reddy Dande</a:t>
            </a:r>
          </a:p>
          <a:p>
            <a:pPr marL="0" indent="0" algn="ctr">
              <a:buNone/>
            </a:pPr>
            <a:r>
              <a:rPr lang="en-IN" dirty="0"/>
              <a:t>Venkata Manideep Patibandla</a:t>
            </a:r>
          </a:p>
          <a:p>
            <a:pPr marL="0" indent="0" algn="ctr">
              <a:buNone/>
            </a:pPr>
            <a:r>
              <a:rPr lang="en-IN" dirty="0" err="1"/>
              <a:t>Sadhikha</a:t>
            </a:r>
            <a:r>
              <a:rPr lang="en-IN" dirty="0"/>
              <a:t> </a:t>
            </a:r>
            <a:r>
              <a:rPr lang="en-IN" dirty="0" err="1"/>
              <a:t>noor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Sanjana </a:t>
            </a:r>
            <a:r>
              <a:rPr lang="en-IN" dirty="0" err="1"/>
              <a:t>Dundigalla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29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SureStep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SureStep Detection is an AI-powered fall detection system using advanced object detection techniques.</a:t>
            </a:r>
          </a:p>
          <a:p>
            <a:r>
              <a:t>Designed for real-time fall monitoring in homes, hospitals, and public environments.</a:t>
            </a:r>
          </a:p>
          <a:p>
            <a:r>
              <a:t>Leverages cutting-edge deep learning model YOLOv8 for accurate fall identification and analysis.</a:t>
            </a:r>
          </a:p>
          <a:p>
            <a:r>
              <a:t>Enhances user safety and promotes independence for elderly and mobility-challenged individuals.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SureStep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Real-time video analysis using computer vision to detect fall incidents with high precision.</a:t>
            </a:r>
          </a:p>
          <a:p>
            <a:r>
              <a:t>Sends immediate alerts to caregivers, family members, or emergency responders when a fall is detected.</a:t>
            </a:r>
          </a:p>
          <a:p>
            <a:r>
              <a:t>Minimizes false alarms by using robust algorithms and confidence-based fall classification.</a:t>
            </a:r>
          </a:p>
          <a:p>
            <a:r>
              <a:t>Adaptable for use in different environments and adjustable to various user safety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Built with Django web framework for scalable and secure web-based backend services.</a:t>
            </a:r>
          </a:p>
          <a:p>
            <a:r>
              <a:t>YOLOv8 model used for fall detection from video and image data using deep learning.</a:t>
            </a:r>
          </a:p>
          <a:p>
            <a:r>
              <a:t>OpenCV used for video processing and frame extraction during video-based fall detection.</a:t>
            </a:r>
          </a:p>
          <a:p>
            <a:r>
              <a:t>Integration with email service to notify stakeholders after fall detection occurs.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Authentication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User login and signup are securely handled using Django’s authentication system.</a:t>
            </a:r>
          </a:p>
          <a:p>
            <a:r>
              <a:t>Email and password validation ensure only legitimate users access fall detection platform.</a:t>
            </a:r>
          </a:p>
          <a:p>
            <a:r>
              <a:t>Session management maintains secure access during user interaction with the dashboard.</a:t>
            </a:r>
          </a:p>
          <a:p>
            <a:r>
              <a:t>CSRF protection used for safe form handling during contact and upload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and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Main dashboard provides access to fall detection tools and user-specific settings.</a:t>
            </a:r>
          </a:p>
          <a:p>
            <a:r>
              <a:t>Intuitive navigation to video and image upload sections for streamlined detection processes.</a:t>
            </a:r>
          </a:p>
          <a:p>
            <a:r>
              <a:t>Real-time progress updates displayed during video processing via streaming responses.</a:t>
            </a:r>
          </a:p>
          <a:p>
            <a:r>
              <a:t>Modern and accessible design to ensure ease of use for users of all skill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Upload and Detection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Users can upload images directly through the web interface for analysis.</a:t>
            </a:r>
          </a:p>
          <a:p>
            <a:r>
              <a:t>Uploaded images are saved and processed through YOLOv8 model for fall detection.</a:t>
            </a:r>
          </a:p>
          <a:p>
            <a:r>
              <a:t>Annotated images with detected falls are returned for visual verification.</a:t>
            </a:r>
          </a:p>
          <a:p>
            <a:r>
              <a:t>Results include both original and detected image URLs for quick preview and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YOLOv8 Model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YOLOv8 is loaded once using the trained best.pt weights file from the backend.</a:t>
            </a:r>
          </a:p>
          <a:p>
            <a:r>
              <a:t>Processes incoming image or video frames to detect fall events in real time.</a:t>
            </a:r>
          </a:p>
          <a:p>
            <a:r>
              <a:t>Model predictions are saved as output visuals for user reference and logging.</a:t>
            </a:r>
          </a:p>
          <a:p>
            <a:r>
              <a:t>Results are stored in organized directory structure within media/results folder.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Form and Email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Contact form allows users to report issues or ask questions to the admin.</a:t>
            </a:r>
          </a:p>
          <a:p>
            <a:r>
              <a:rPr dirty="0"/>
              <a:t>Input validation ensures all fields are filled before sending contact email.</a:t>
            </a:r>
          </a:p>
          <a:p>
            <a:r>
              <a:rPr dirty="0"/>
              <a:t>Django’s email service sends user messages to a predefined admin inbox.</a:t>
            </a:r>
          </a:p>
          <a:p>
            <a:r>
              <a:rPr dirty="0"/>
              <a:t>Fall alert emails also implemented using this email functionality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Upload and Processing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Users upload videos which are temporarily stored in the uploads directory.</a:t>
            </a:r>
          </a:p>
          <a:p>
            <a:r>
              <a:t>Video path is sent to backend for processing using streaming response system.</a:t>
            </a:r>
          </a:p>
          <a:p>
            <a:r>
              <a:t>Real-time progress updates simulate detection process and enhance user engagement.</a:t>
            </a:r>
          </a:p>
          <a:p>
            <a:r>
              <a:t>Detection results are stored as videos in results directory with new file names.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YOLOv8 Video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Videos processed frame-by-frame using YOLOv8 to identify potential fall events.</a:t>
            </a:r>
          </a:p>
          <a:p>
            <a:r>
              <a:t>Detected results are initially saved in AVI format within output folder.</a:t>
            </a:r>
          </a:p>
          <a:p>
            <a:r>
              <a:t>AVI videos are then converted to MP4 for browser compatibility and download.</a:t>
            </a:r>
          </a:p>
          <a:p>
            <a:r>
              <a:t>Conversion uses OpenCV with H264 codec to ensure high quality output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HTTP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StreamingHttpResponse used to push detection progress back to the frontend browser.</a:t>
            </a:r>
          </a:p>
          <a:p>
            <a:r>
              <a:t>Simulated progress gives user feedback while video is being processed.</a:t>
            </a:r>
          </a:p>
          <a:p>
            <a:r>
              <a:t>Final response contains filename of processed video with fall annotations.</a:t>
            </a:r>
          </a:p>
          <a:p>
            <a:r>
              <a:t>Enables real-time experience without blocking server or frontend responsiveness.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Management and Media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Django FileSystemStorage handles file saving for uploads in media/uploads directory.</a:t>
            </a:r>
          </a:p>
          <a:p>
            <a:r>
              <a:t>Results including annotated images and videos saved in media/results directory.</a:t>
            </a:r>
          </a:p>
          <a:p>
            <a:r>
              <a:t>Static URLs returned for both uploaded and processed files for easy access.</a:t>
            </a:r>
          </a:p>
          <a:p>
            <a:r>
              <a:t>Ensures secure and organized handling of user-uploaded sensitive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Signup and Validation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Signup enforces strong username and password policies for user account safety.</a:t>
            </a:r>
          </a:p>
          <a:p>
            <a:r>
              <a:t>Email validation uses regular expressions to check for valid email syntax.</a:t>
            </a:r>
          </a:p>
          <a:p>
            <a:r>
              <a:t>Duplicate email and username checks prevent account conflicts during signup.</a:t>
            </a:r>
          </a:p>
          <a:p>
            <a:r>
              <a:t>Password confirmation step ensures both inputs match before proceeding.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 Detection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Enables early intervention and reduces medical complications from delayed fall response.</a:t>
            </a:r>
          </a:p>
          <a:p>
            <a:r>
              <a:t>Supports independent living for elderly while ensuring continuous safety monitoring.</a:t>
            </a:r>
          </a:p>
          <a:p>
            <a:r>
              <a:t>Minimizes unnecessary emergency calls through high detection accuracy.</a:t>
            </a:r>
          </a:p>
          <a:p>
            <a:r>
              <a:t>Improves quality of life for patients, caregivers, and medical professionals.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and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System can be scaled to multiple cameras and sites with minimal reconfiguration.</a:t>
            </a:r>
          </a:p>
          <a:p>
            <a:r>
              <a:t>Future updates may include mobile notifications and wearable device integration.</a:t>
            </a:r>
          </a:p>
          <a:p>
            <a:r>
              <a:t>Support for multilingual UI to expand usability across global users.</a:t>
            </a:r>
          </a:p>
          <a:p>
            <a:r>
              <a:t>AI model retraining possible for improved accuracy on diverse datasets.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Limitations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Requires stable camera setup for accurate YOLOv8 detection results.</a:t>
            </a:r>
          </a:p>
          <a:p>
            <a:r>
              <a:t>Performance may vary depending on lighting and video quality conditions.</a:t>
            </a:r>
          </a:p>
          <a:p>
            <a:r>
              <a:t>Real-time processing may need GPU support for high-resolution video streams.</a:t>
            </a:r>
          </a:p>
          <a:p>
            <a:r>
              <a:t>Model tuning and updates required for adapting to new environments and use cases.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SureStep Detection combines AI and care to proactively prevent fall-related injuries.</a:t>
            </a:r>
          </a:p>
          <a:p>
            <a:r>
              <a:t>Robust backend and user-friendly frontend offer a complete monitoring solution.</a:t>
            </a:r>
          </a:p>
          <a:p>
            <a:r>
              <a:t>Designed to save lives, reduce stress, and provide peace of mind.</a:t>
            </a:r>
          </a:p>
          <a:p>
            <a:r>
              <a:t>Join the mission to make safety accessible through intelligent fall detection systems.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F2C7-7366-8FC9-99F1-C2BCDAAE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B823-9C77-0CA4-1119-148903F991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5875" y="2904331"/>
            <a:ext cx="6572250" cy="104933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THANK YOU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91194506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931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Gill Sans MT</vt:lpstr>
      <vt:lpstr>Gallery</vt:lpstr>
      <vt:lpstr>SureStep Detection</vt:lpstr>
      <vt:lpstr>Introduction to SureStep Detection</vt:lpstr>
      <vt:lpstr>Key Features of SureStep Detection</vt:lpstr>
      <vt:lpstr>Technologies Used</vt:lpstr>
      <vt:lpstr>User Authentication and Security</vt:lpstr>
      <vt:lpstr>Dashboard and User Interface</vt:lpstr>
      <vt:lpstr>Image Upload and Detection Flow</vt:lpstr>
      <vt:lpstr>YOLOv8 Model Integration</vt:lpstr>
      <vt:lpstr>Contact Form and Email Alerts</vt:lpstr>
      <vt:lpstr>Video Upload and Processing Flow</vt:lpstr>
      <vt:lpstr>YOLOv8 Video Detection Logic</vt:lpstr>
      <vt:lpstr>Streaming HTTP Responses</vt:lpstr>
      <vt:lpstr>File Management and Media Handling</vt:lpstr>
      <vt:lpstr>Signup and Validation Rules</vt:lpstr>
      <vt:lpstr>Fall Detection Benefits</vt:lpstr>
      <vt:lpstr>Scalability and Future Enhancements</vt:lpstr>
      <vt:lpstr>System Limitations and Considerations</vt:lpstr>
      <vt:lpstr>Conclusion and Call to Action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 REDDY</cp:lastModifiedBy>
  <cp:revision>3</cp:revision>
  <dcterms:created xsi:type="dcterms:W3CDTF">2013-01-27T09:14:16Z</dcterms:created>
  <dcterms:modified xsi:type="dcterms:W3CDTF">2025-03-24T05:24:20Z</dcterms:modified>
  <cp:category/>
</cp:coreProperties>
</file>